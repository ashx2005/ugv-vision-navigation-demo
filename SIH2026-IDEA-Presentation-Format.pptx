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5"/>
  </p:notesMasterIdLst>
  <p:sldIdLst>
    <p:sldId id="291" r:id="rId3"/>
    <p:sldId id="281" r:id="rId4"/>
    <p:sldId id="290" r:id="rId6"/>
    <p:sldId id="293" r:id="rId7"/>
    <p:sldId id="294" r:id="rId8"/>
    <p:sldId id="296" r:id="rId9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97D"/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MS PGothic" panose="020B0600070205080204" pitchFamily="1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65F62A7E-A2F8-438F-9CF8-47DE63F471B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0CA7B74D-3791-4AC6-8451-F10DBCCCDD9A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"/>
          <a:srcRect r="59916"/>
          <a:stretch>
            <a:fillRect/>
          </a:stretch>
        </p:blipFill>
        <p:spPr>
          <a:xfrm>
            <a:off x="6809171" y="207656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UGV Vision Navigation Demo</a:t>
            </a:r>
            <a:endParaRPr lang="en-US" alt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2105" y="2076450"/>
            <a:ext cx="6477000" cy="41249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ID: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SIH26126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Title: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UGV Vision Navigation Demo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Theme: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Robotics and Drones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 Category: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ID: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SIH26126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Name: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Possible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Navigation De</a:t>
            </a: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UGV Vision </a:t>
            </a:r>
            <a:r>
              <a:rPr lang="en-US" alt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mo</a:t>
            </a:r>
            <a:endParaRPr lang="en-US" altLang="en-US" sz="36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329565" y="1412240"/>
            <a:ext cx="11862435" cy="467423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Solution(Describe you Idea/Solution/Prototype)</a:t>
            </a:r>
            <a:endParaRPr lang="en-US" sz="3200" u="sng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US" altLang="en-US" sz="2000" b="1" u="sng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Solution:-</a:t>
            </a:r>
            <a:r>
              <a:rPr lang="en-US" altLang="en-US" sz="2000" u="sng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2000" u="sng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Take sample dashcam-style video as input.</a:t>
            </a: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 lanes and obstacles/objects from the video.</a:t>
            </a: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 the detected information on the video.</a:t>
            </a: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a software-based prototype without a physical UGV.</a:t>
            </a: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US" altLang="en-US" sz="2000" b="1" u="sng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it a</a:t>
            </a:r>
            <a:r>
              <a:rPr lang="en-US" altLang="en-US" sz="2000" b="1" u="sng" dirty="0">
                <a:solidFill>
                  <a:srgbClr val="1F49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ddresses the pro</a:t>
            </a:r>
            <a:r>
              <a:rPr lang="en-US" altLang="en-US" sz="2000" b="1" u="sng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blem:-</a:t>
            </a:r>
            <a:endParaRPr lang="en-US" altLang="en-US" sz="2000" u="sng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Simulates how an Unmanned Ground Vehicle can perceive its</a:t>
            </a:r>
            <a:r>
              <a:rPr lang="en-US" alt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surrounding</a:t>
            </a: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US" altLang="en-US" sz="2000" b="1" u="sng" dirty="0">
                <a:solidFill>
                  <a:srgbClr val="1F49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Innovation:-</a:t>
            </a:r>
            <a:endParaRPr lang="en-US" altLang="en-US" sz="2000" b="1" u="sng" dirty="0">
              <a:solidFill>
                <a:srgbClr val="1F497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Low-cost and safe software prototype.</a:t>
            </a: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be tested using sample road videos.</a:t>
            </a: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/>
          <p:cNvSpPr/>
          <p:nvPr/>
        </p:nvSpPr>
        <p:spPr>
          <a:xfrm>
            <a:off x="329565" y="252095"/>
            <a:ext cx="1480820" cy="80708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Possible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TECHNICAL APPROACH</a:t>
            </a:r>
            <a:endParaRPr lang="en-US" sz="36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506855"/>
            <a:ext cx="9896475" cy="479361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Autofit/>
          </a:bodyPr>
          <a:lstStyle/>
          <a:p>
            <a:pPr marL="0" indent="0" algn="just">
              <a:buFont typeface="Arial" panose="020B0604020202020204" pitchFamily="34" charset="0"/>
              <a:buNone/>
            </a:pPr>
            <a:r>
              <a:rPr lang="en-US" altLang="en-US" sz="2400" b="1" u="sng" dirty="0">
                <a:solidFill>
                  <a:srgbClr val="1F49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Technologies:-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OpenCV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Pre-trained Object Detection Model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US" altLang="en-US" sz="2400" b="1" u="sng" dirty="0">
                <a:solidFill>
                  <a:srgbClr val="1F49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Process:-</a:t>
            </a:r>
            <a:endParaRPr lang="en-US" altLang="en-US" sz="2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Input → Frame Processing → Lane Detection → Object Detection → Warnings/Labels → Output Video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/>
          <p:cNvSpPr/>
          <p:nvPr/>
        </p:nvSpPr>
        <p:spPr>
          <a:xfrm>
            <a:off x="329565" y="252095"/>
            <a:ext cx="1473200" cy="80708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ctr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Possible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ctr"/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FEASIBILITY AND VIABILITY</a:t>
            </a:r>
            <a:endParaRPr lang="en-US" sz="36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738630" y="1059180"/>
            <a:ext cx="10453370" cy="52298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Autofit/>
          </a:bodyPr>
          <a:lstStyle/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2000" b="1" i="0" u="sng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Feasibility:-</a:t>
            </a:r>
            <a:endParaRPr kumimoji="0" lang="en-US" altLang="en-US" sz="2000" b="1" i="0" u="sng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Software-only prototype, so it is practical to implement.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No physical UGV is required.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Sample video can be used for testing.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2000" b="1" i="0" u="sng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Challenges:</a:t>
            </a: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-</a:t>
            </a:r>
            <a:endParaRPr kumimoji="0" lang="en-US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Poor lighting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Unclear lane markings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Low-quality video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Processing speed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2000" b="1" i="0" u="sng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Solutions:-</a:t>
            </a:r>
            <a:endParaRPr kumimoji="0" lang="en-US" altLang="en-US" sz="2000" b="1" i="0" u="sng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Use suitable sample videos.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Apply image preprocessing.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Resize video frames for faster processing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</a:rPr>
              <a:t>.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/>
          <p:cNvSpPr/>
          <p:nvPr/>
        </p:nvSpPr>
        <p:spPr>
          <a:xfrm>
            <a:off x="329565" y="252095"/>
            <a:ext cx="1370965" cy="80708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Possible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3825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IMPACT AND BENEFITS</a:t>
            </a:r>
            <a:endParaRPr lang="en-US" sz="36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271905"/>
            <a:ext cx="9385300" cy="55162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Autofit/>
          </a:bodyPr>
          <a:lstStyle/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en-US" sz="2400" b="1" u="sng" dirty="0">
                <a:solidFill>
                  <a:srgbClr val="1F49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Impact:</a:t>
            </a:r>
            <a:r>
              <a:rPr lang="en-US" altLang="en-US" sz="2400" u="sng" dirty="0">
                <a:solidFill>
                  <a:srgbClr val="1F49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endParaRPr lang="en-US" altLang="en-US" sz="2400" u="sng" dirty="0">
              <a:solidFill>
                <a:srgbClr val="1F497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lang="en-US" alt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Useful for understanding UGV vision systems.</a:t>
            </a:r>
            <a:endParaRPr lang="en-US" alt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Helpful for students and researchers.</a:t>
            </a:r>
            <a:endParaRPr lang="en-US" alt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Enables safe testing without a physical vehicle.</a:t>
            </a:r>
            <a:endParaRPr lang="en-US" alt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en-US" sz="2400" b="1" u="sng" dirty="0">
                <a:solidFill>
                  <a:srgbClr val="1F49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Benefits:-</a:t>
            </a:r>
            <a:endParaRPr lang="en-US" altLang="en-US" sz="2400" b="1" u="sng" dirty="0">
              <a:solidFill>
                <a:srgbClr val="1F497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lang="en-US" altLang="en-US" sz="2400" b="1" u="sng" dirty="0">
              <a:solidFill>
                <a:srgbClr val="1F497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Social</a:t>
            </a:r>
            <a:r>
              <a:rPr lang="en-US" alt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Safer experimentation</a:t>
            </a:r>
            <a:endParaRPr lang="en-US" alt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Economic</a:t>
            </a:r>
            <a:r>
              <a:rPr lang="en-US" alt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Reduces prototype cost</a:t>
            </a:r>
            <a:endParaRPr lang="en-US" alt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</a:t>
            </a:r>
            <a:r>
              <a:rPr lang="en-US" alt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Provides a base for future autonomous navigation</a:t>
            </a:r>
            <a:endParaRPr lang="en-US" alt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Scalable</a:t>
            </a:r>
            <a:r>
              <a:rPr lang="en-US" alt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Real cameras, object tracking, and path planning can be added later.</a:t>
            </a:r>
            <a:endParaRPr lang="en-US" alt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/>
          <p:cNvSpPr/>
          <p:nvPr/>
        </p:nvSpPr>
        <p:spPr>
          <a:xfrm>
            <a:off x="329565" y="252095"/>
            <a:ext cx="1388110" cy="80708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Possible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RESEARCH  AND REFERENCES</a:t>
            </a:r>
            <a:endParaRPr lang="en-US" sz="36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581785" y="1364615"/>
            <a:ext cx="9490075" cy="43465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SIH26126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 – UGV Vision Navigation Demo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OpenCV / Computer Vision concepts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Pre-trained Object Detection Model documentation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Sample dashcam-style road footage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AI tools used during development will be declared as required.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/>
          <p:cNvSpPr/>
          <p:nvPr/>
        </p:nvSpPr>
        <p:spPr>
          <a:xfrm>
            <a:off x="329565" y="252095"/>
            <a:ext cx="1508125" cy="80708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Possible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/>
        </p:nvSpPr>
        <p:spPr>
          <a:xfrm>
            <a:off x="6974205" y="1045210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MS PGothic" panose="020B0600070205080204" pitchFamily="1" charset="-128"/>
                <a:cs typeface="MS PGothic" panose="020B0600070205080204" pitchFamily="1" charset="-128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pitchFamily="1" charset="0"/>
                <a:ea typeface="MS PGothic" panose="020B0600070205080204" pitchFamily="1" charset="-128"/>
                <a:cs typeface="MS PGothic" panose="020B0600070205080204" pitchFamily="1" charset="-128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pitchFamily="1" charset="0"/>
                <a:ea typeface="MS PGothic" panose="020B0600070205080204" pitchFamily="1" charset="-128"/>
                <a:cs typeface="MS PGothic" panose="020B0600070205080204" pitchFamily="1" charset="-128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pitchFamily="1" charset="0"/>
                <a:ea typeface="MS PGothic" panose="020B0600070205080204" pitchFamily="1" charset="-128"/>
                <a:cs typeface="MS PGothic" panose="020B0600070205080204" pitchFamily="1" charset="-128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pitchFamily="1" charset="0"/>
                <a:ea typeface="MS PGothic" panose="020B0600070205080204" pitchFamily="1" charset="-128"/>
                <a:cs typeface="MS PGothic" panose="020B0600070205080204" pitchFamily="1" charset="-128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pitchFamily="1" charset="0"/>
                <a:ea typeface="MS PGothic" panose="020B0600070205080204" pitchFamily="1" charset="-128"/>
                <a:cs typeface="MS PGothic" panose="020B0600070205080204" pitchFamily="1" charset="-128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pitchFamily="1" charset="0"/>
                <a:ea typeface="MS PGothic" panose="020B0600070205080204" pitchFamily="1" charset="-128"/>
                <a:cs typeface="MS PGothic" panose="020B0600070205080204" pitchFamily="1" charset="-128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pitchFamily="1" charset="0"/>
                <a:ea typeface="MS PGothic" panose="020B0600070205080204" pitchFamily="1" charset="-128"/>
                <a:cs typeface="MS PGothic" panose="020B0600070205080204" pitchFamily="1" charset="-128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pitchFamily="1" charset="0"/>
                <a:ea typeface="MS PGothic" panose="020B0600070205080204" pitchFamily="1" charset="-128"/>
                <a:cs typeface="MS PGothic" panose="020B0600070205080204" pitchFamily="1" charset="-128"/>
              </a:defRPr>
            </a:lvl9pPr>
          </a:lstStyle>
          <a:p>
            <a:pPr eaLnBrk="1" hangingPunct="1"/>
            <a:endParaRPr lang="en-US" sz="36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3" name="TextBox 8"/>
          <p:cNvSpPr txBox="1">
            <a:spLocks noChangeArrowheads="1"/>
          </p:cNvSpPr>
          <p:nvPr/>
        </p:nvSpPr>
        <p:spPr bwMode="auto">
          <a:xfrm>
            <a:off x="9738360" y="3902075"/>
            <a:ext cx="6621145" cy="26625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2032</Words>
  <Application>WPS Presentation</Application>
  <PresentationFormat>Widescreen</PresentationFormat>
  <Paragraphs>117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0" baseType="lpstr">
      <vt:lpstr>Arial</vt:lpstr>
      <vt:lpstr>SimSun</vt:lpstr>
      <vt:lpstr>Wingdings</vt:lpstr>
      <vt:lpstr>Calibri</vt:lpstr>
      <vt:lpstr>MS PGothic</vt:lpstr>
      <vt:lpstr>TradeGothic</vt:lpstr>
      <vt:lpstr>Segoe Print</vt:lpstr>
      <vt:lpstr>TradeGothic</vt:lpstr>
      <vt:lpstr>Arial</vt:lpstr>
      <vt:lpstr>Times New Roman</vt:lpstr>
      <vt:lpstr>Calibri</vt:lpstr>
      <vt:lpstr>Microsoft YaHei</vt:lpstr>
      <vt:lpstr>Arial Unicode MS</vt:lpstr>
      <vt:lpstr>Office Theme</vt:lpstr>
      <vt:lpstr>SMART INDIA HACKATHON 2026</vt:lpstr>
      <vt:lpstr>Navigation DeUGV Vision mo</vt:lpstr>
      <vt:lpstr>TECHNICAL APPROACH</vt:lpstr>
      <vt:lpstr>FEASIBILITY AND VIABILITY</vt:lpstr>
      <vt:lpstr>IMPACT AND BENEFITS</vt:lpstr>
      <vt:lpstr>RESEARCH  AND REFERENCES</vt:lpstr>
    </vt:vector>
  </TitlesOfParts>
  <Company>Crowdfunder, Inc.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manish</cp:lastModifiedBy>
  <cp:revision>154</cp:revision>
  <dcterms:created xsi:type="dcterms:W3CDTF">2013-12-12T18:46:00Z</dcterms:created>
  <dcterms:modified xsi:type="dcterms:W3CDTF">2026-09-02T10:35:26Z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C8A2F7DC2B994149B13F144B697C15CE_13</vt:lpwstr>
  </property>
</Properties>
</file>